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Orders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Pub/Sub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Pizza Shop Order System  ·  Intermediate Project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Platform  ·  Free Tier Services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resilient event-driven order processing system for a pizza shop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published to Pub/Sub never get lost, even if the kitchen system is slow or down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Function (Gen2) processes messages and writes idempotently to Firestore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retries + Dead Letter Queue for maximum reliability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least-privilege IAM, internal-only ingress, and PII masking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Source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 / App)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8BDF8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17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Pub/Sub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orders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8BDF8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417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Function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8BDF8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675120" y="12801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4173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coll.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Reliability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At-least-once delivery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retries (5 attempts)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Dead Letter Topic (orders-dlq)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Idempotent writes (orderId)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Acknowledgement based processing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Highlights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3383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service accounts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Least-privilege IAM roles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Internal-only ingress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PII masking (phone numbers)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Firestore rules: write-only backend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Cloud Services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Pub/Sub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topic + subscription + dead-letter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Functions (Gen2)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event processor (Node.js 20)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database for durable order storage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accounts &amp; least-privilege roles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Logging &amp; Monitoring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Observability, retries &amp; alerts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47472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Eventarc (optional)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3977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routing for Gen2 functions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Ownership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3474720"/>
          </a:xfrm>
          <a:prstGeom prst="roundRect">
            <a:avLst>
              <a:gd name="adj" fmla="val 2632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4 sentences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 production-style event-driven order pipeline for a pizza shop so that orders are never lost even when the kitchen system is slow or temporarily unavailable. The solution uses free-tier Google Cloud services: Pub/Sub for reliable messaging, Cloud Functions Gen2 for processing, and Firestore for durable storage. Security is enforced with dedicated service accounts, least-privilege IAM, internal-only function ingress, and idempotent writes based on orderId. The entire architecture, code, configuration, and presentation were designed and documented by the project author as a complete intermediate-level GCP lab.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Links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Project /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order-processor folder + commands to GitHub / Cloud Shell / Drive and share the link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(Slide 3) or export as image / use draw.io / Lucidchart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Slides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.pptx file – upload to Google Drive and set sharing to “Anyone with the link”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Event-Driven Orders with Pub/Sub</dc:title>
  <dc:subject>Intermediate GCP Project Submission</dc:subject>
  <dc:creator>Pizza Orders Project</dc:creator>
  <cp:lastModifiedBy>Pizza Orders Project</cp:lastModifiedBy>
  <cp:revision>1</cp:revision>
  <dcterms:created xsi:type="dcterms:W3CDTF">2026-10-06T14:32:47Z</dcterms:created>
  <dcterms:modified xsi:type="dcterms:W3CDTF">2026-10-06T14:32:47Z</dcterms:modified>
</cp:coreProperties>
</file>